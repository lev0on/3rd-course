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2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E1411-5515-4736-8A40-73B06637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9E4D46-7561-4BBD-B7C6-648C183D1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F838C7-4A9B-403B-AE16-C5AEE6F4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40289B-334C-4822-A085-39DA9827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F70D56-CC73-4AF7-9E66-AE14EC06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51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4CE90-4368-4071-A1C7-7F5C29ED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451D1-7E45-4A1C-95F2-B73BF6DD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D13AE7-6366-49E4-B37F-1992B04B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92E343-E6BC-438F-A776-7174A546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6D5F8E-8B6B-431B-B637-A0D6E918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83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3E2E7-DF74-4C0C-A26D-1CA2FCC4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1C850-A10E-412C-B572-C43D338F5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55D6A-2C20-4ECA-B356-764134DC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62FFF-F0F8-4192-8312-A2D9A1AF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84B383-42EB-4BC5-8DE6-13D2591E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6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D2223-DC56-491A-9B77-463ABDA8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FD128-89B4-4808-8364-E41B13292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C638AE-4856-4594-8749-C9279960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A83C2E-C02A-4FC2-8839-1402ED4B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43A8D9-5F92-4459-A248-5CDBE17A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917428-0129-4729-B1FF-38B26011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89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6634E-F0EE-42D6-BD53-C2280A9D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1B8A7E-B6EE-43E7-B4F5-5A644151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311261-E2AD-4DF6-8D38-DF14498EC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4139E6-FF5D-47C1-BDE1-16E68149D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67C381-0C12-48E6-9937-20795C868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80515-D627-4A16-B32F-191E34F7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C13280-5E52-4D6A-8022-E909A3B35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99B9CA-1BF1-43D9-8A18-8643D952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52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4F35E-FD22-4F7A-9296-CDB8D921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19185A-7E05-4962-AD14-AB11C62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521194-82BE-40BB-8EC4-DF71AD8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3137F4-5383-4C8C-A0DC-83D310FF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78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CA1F04-DB2C-41A0-8259-33E5C838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B7F2BE-3EFD-4B26-8A54-79B6266A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5C7EFF-192F-4EC3-BE90-6C159E4B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73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06734-5601-4B14-A926-476A05E8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3702B9-646E-44C9-A42E-DD8144A96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6FAC8D-FCDF-4E3A-BFE5-FCF04CC3A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2F4563-22F3-49E3-87D6-D51130803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9A4965-6DAD-4D04-A34F-3FA8265E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9A87DF-8A84-42CF-A72F-AAB97439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51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960F9-ECF5-47AD-97E7-D86B9AA0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4857AD-034A-44A2-8EED-81D47BFE5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AFEB5C-C8F2-416F-8E38-95FDF7833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5EA641-D463-41FA-B847-A9727727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C7E81D-1203-4262-AE38-7DE1626F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543901-C396-4060-857B-F5939CC0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28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06066-78DF-4148-8F7D-E90E7629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938399-C4B4-4947-8465-564E60C4A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884361-9E48-42DD-BC0B-A6CC0D7D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AF04EF-E144-415A-A8E4-A313B953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F6752-107E-4068-B2B8-B6E148E5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85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4FB8FE-9EA5-4A6B-9ABF-E6A2E4CFA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1E4B6-9D18-4236-8C98-5DEB4200A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ACA7A2-C460-47E6-9760-8D2B406C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0B150-3490-45D0-9722-8D5CE2B1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166FD-A0A7-4B03-A067-999363B2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2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295CB0-C40C-444B-A307-7ED7FAC8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9746FE-AFA8-421B-B775-4A67655FA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05F947-D071-49D3-A576-10DD5D2B0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AE26E-4348-498C-B543-2A34BCF1D79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F374C-3CDE-409C-A7ED-2D88DD00E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C3E1DB-E8F7-4C9D-85C8-4F2111A74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1ECBC-D5EB-466D-991A-2F56459D9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9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37EE1E-4237-F934-9106-F640A5A0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582" y="1945428"/>
            <a:ext cx="10096030" cy="262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ru-RU" altLang="ru-RU" sz="3600" b="1" dirty="0">
                <a:latin typeface="Times New Roman" panose="02020603050405020304" pitchFamily="18" charset="0"/>
              </a:rPr>
              <a:t>Курсовой проект</a:t>
            </a:r>
          </a:p>
          <a:p>
            <a:pPr algn="ctr" eaLnBrk="1" hangingPunct="1">
              <a:spcBef>
                <a:spcPct val="20000"/>
              </a:spcBef>
            </a:pPr>
            <a:endParaRPr lang="ru-RU" altLang="ru-RU" sz="3600" b="1" dirty="0">
              <a:latin typeface="Times New Roman" panose="02020603050405020304" pitchFamily="18" charset="0"/>
            </a:endParaRPr>
          </a:p>
          <a:p>
            <a:pPr algn="just"/>
            <a:r>
              <a:rPr lang="ru-RU" altLang="ru-RU" sz="2800" dirty="0">
                <a:latin typeface="Times New Roman" panose="02020603050405020304" pitchFamily="18" charset="0"/>
              </a:rPr>
              <a:t>тема: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прототипа программы с использованием языка C# по теме «Механизм автоматической проверки тестов»</a:t>
            </a:r>
          </a:p>
          <a:p>
            <a:pPr algn="ctr" eaLnBrk="1" hangingPunct="1">
              <a:spcBef>
                <a:spcPct val="20000"/>
              </a:spcBef>
            </a:pPr>
            <a:endParaRPr lang="en-US" altLang="ru-RU" sz="2800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3757C-CA86-D5E5-B2E8-B4F98693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76" y="4795260"/>
            <a:ext cx="378728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ru-RU" altLang="ru-RU" u="sng" dirty="0">
                <a:latin typeface="Times New Roman" panose="02020603050405020304" pitchFamily="18" charset="0"/>
              </a:rPr>
              <a:t>Разработал: </a:t>
            </a:r>
          </a:p>
          <a:p>
            <a:pPr eaLnBrk="1" hangingPunct="1"/>
            <a:r>
              <a:rPr lang="ru-RU" altLang="ru-RU" dirty="0">
                <a:latin typeface="Times New Roman" panose="02020603050405020304" pitchFamily="18" charset="0"/>
              </a:rPr>
              <a:t>студент группы 3ИСиП-23 </a:t>
            </a:r>
          </a:p>
          <a:p>
            <a:pPr eaLnBrk="1" hangingPunct="1"/>
            <a:r>
              <a:rPr lang="ru-RU" altLang="ru-RU" dirty="0">
                <a:latin typeface="Times New Roman" panose="02020603050405020304" pitchFamily="18" charset="0"/>
              </a:rPr>
              <a:t>Романчук Л.Д.</a:t>
            </a:r>
          </a:p>
          <a:p>
            <a:pPr eaLnBrk="1" hangingPunct="1"/>
            <a:r>
              <a:rPr lang="ru-RU" altLang="ru-RU" u="sng" dirty="0">
                <a:latin typeface="Times New Roman" panose="02020603050405020304" pitchFamily="18" charset="0"/>
              </a:rPr>
              <a:t>Руководитель:</a:t>
            </a:r>
          </a:p>
          <a:p>
            <a:pPr algn="just" eaLnBrk="1" hangingPunct="1"/>
            <a:r>
              <a:rPr lang="ru-RU" altLang="ru-RU" dirty="0">
                <a:latin typeface="Times New Roman" panose="02020603050405020304" pitchFamily="18" charset="0"/>
              </a:rPr>
              <a:t>преподаватель ГБПОУ «ИЭК»</a:t>
            </a:r>
          </a:p>
          <a:p>
            <a:pPr algn="just" eaLnBrk="1" hangingPunct="1"/>
            <a:r>
              <a:rPr lang="ru-RU" altLang="ru-RU" dirty="0">
                <a:latin typeface="Times New Roman" panose="02020603050405020304" pitchFamily="18" charset="0"/>
              </a:rPr>
              <a:t>Ступина А.В.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2578E-B4FB-E922-EB9F-38A94CB3E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6278563"/>
            <a:ext cx="273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ru-RU" altLang="ru-RU" dirty="0">
                <a:latin typeface="Times New Roman" panose="02020603050405020304" pitchFamily="18" charset="0"/>
              </a:rPr>
              <a:t>Иркутск, 20</a:t>
            </a:r>
            <a:r>
              <a:rPr lang="en-US" altLang="ru-RU" dirty="0">
                <a:latin typeface="Times New Roman" panose="02020603050405020304" pitchFamily="18" charset="0"/>
              </a:rPr>
              <a:t>2</a:t>
            </a:r>
            <a:r>
              <a:rPr lang="ru-RU" altLang="ru-RU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D7DDBD1-D4C4-3EE4-40F6-99486D490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692150"/>
            <a:ext cx="835183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ru-RU" altLang="ru-RU" dirty="0">
                <a:latin typeface="Times New Roman" panose="02020603050405020304" pitchFamily="18" charset="0"/>
              </a:rPr>
              <a:t>Министерство образования Иркутской области</a:t>
            </a:r>
            <a:br>
              <a:rPr lang="ru-RU" altLang="ru-RU" b="1" dirty="0">
                <a:latin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altLang="ru-RU" dirty="0">
                <a:latin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</a:rPr>
              <a:t>Иркутской области</a:t>
            </a:r>
            <a:br>
              <a:rPr lang="ru-RU" altLang="ru-RU" dirty="0">
                <a:latin typeface="Times New Roman" panose="02020603050405020304" pitchFamily="18" charset="0"/>
              </a:rPr>
            </a:br>
            <a:r>
              <a:rPr lang="ru-RU" altLang="ru-RU" b="1" dirty="0">
                <a:latin typeface="Times New Roman" panose="02020603050405020304" pitchFamily="18" charset="0"/>
              </a:rPr>
              <a:t>«ИРКУТСКИЙ ЭНЕРГЕТИЧЕСКИЙ КОЛЛЕДЖ»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0" name="Прямоугольник 1">
            <a:extLst>
              <a:ext uri="{FF2B5EF4-FFF2-40B4-BE49-F238E27FC236}">
                <a16:creationId xmlns:a16="http://schemas.microsoft.com/office/drawing/2014/main" id="{A6A755CC-AA67-C1D5-1F6C-3A20C499B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23850"/>
            <a:ext cx="4351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ru-RU" altLang="ru-RU" sz="1600" dirty="0">
                <a:latin typeface="Times New Roman" panose="02020603050405020304" pitchFamily="18" charset="0"/>
              </a:rPr>
              <a:t>Утвержден  КП.2241.09.02.07.2026.ЛУ </a:t>
            </a:r>
          </a:p>
        </p:txBody>
      </p:sp>
      <p:sp>
        <p:nvSpPr>
          <p:cNvPr id="11" name="Прямоугольник 3">
            <a:extLst>
              <a:ext uri="{FF2B5EF4-FFF2-40B4-BE49-F238E27FC236}">
                <a16:creationId xmlns:a16="http://schemas.microsoft.com/office/drawing/2014/main" id="{00112C69-5550-B10E-68EB-332C34636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800" y="5119410"/>
            <a:ext cx="2573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ru-RU" altLang="ru-RU" sz="1600" dirty="0">
                <a:latin typeface="Times New Roman" panose="02020603050405020304" pitchFamily="18" charset="0"/>
              </a:rPr>
              <a:t>КП.2241.09.02.07.2026.ЭД2</a:t>
            </a:r>
          </a:p>
        </p:txBody>
      </p:sp>
    </p:spTree>
    <p:extLst>
      <p:ext uri="{BB962C8B-B14F-4D97-AF65-F5344CB8AC3E}">
        <p14:creationId xmlns:p14="http://schemas.microsoft.com/office/powerpoint/2010/main" val="55082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B58B-A967-DA38-6298-54F5F935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118B79-1453-CADA-4F37-31999AAAA701}"/>
              </a:ext>
            </a:extLst>
          </p:cNvPr>
          <p:cNvSpPr txBox="1"/>
          <p:nvPr/>
        </p:nvSpPr>
        <p:spPr>
          <a:xfrm>
            <a:off x="1406769" y="1600200"/>
            <a:ext cx="9261231" cy="131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прототип программы на языке C#, реализующей механизм автоматической проверки тестов.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5EC85F0-CD4D-4891-40A2-309BB9C62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10745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latin typeface="Times New Roman" panose="02020603050405020304" pitchFamily="18" charset="0"/>
              </a:rPr>
              <a:t>Цель курсового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59330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8110-B9F9-95F3-7CC8-1AD4A15A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011C9C-6A71-09E3-B660-009AA320396B}"/>
              </a:ext>
            </a:extLst>
          </p:cNvPr>
          <p:cNvSpPr txBox="1"/>
          <p:nvPr/>
        </p:nvSpPr>
        <p:spPr>
          <a:xfrm>
            <a:off x="1104643" y="2950338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рынка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92A86-AABD-1344-D94B-08C3FFD2D82B}"/>
              </a:ext>
            </a:extLst>
          </p:cNvPr>
          <p:cNvSpPr txBox="1"/>
          <p:nvPr/>
        </p:nvSpPr>
        <p:spPr>
          <a:xfrm>
            <a:off x="1250783" y="3298068"/>
            <a:ext cx="458337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потребностей целевой аудитории и актуальных тенденций в индустрии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5CC6D-7FD1-A7AF-7B0D-EBE6BB3806DD}"/>
              </a:ext>
            </a:extLst>
          </p:cNvPr>
          <p:cNvSpPr txBox="1"/>
          <p:nvPr/>
        </p:nvSpPr>
        <p:spPr>
          <a:xfrm>
            <a:off x="1104643" y="4219728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аналогов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988937-D3F0-BC5A-4873-B3DFBF4ED421}"/>
              </a:ext>
            </a:extLst>
          </p:cNvPr>
          <p:cNvSpPr txBox="1"/>
          <p:nvPr/>
        </p:nvSpPr>
        <p:spPr>
          <a:xfrm>
            <a:off x="1250783" y="4567458"/>
            <a:ext cx="458337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аналогичных интернет-магазинов их преимущества и недостатки функциональности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6187E-734F-E908-7C5C-F31C9E072EEF}"/>
              </a:ext>
            </a:extLst>
          </p:cNvPr>
          <p:cNvSpPr txBox="1"/>
          <p:nvPr/>
        </p:nvSpPr>
        <p:spPr>
          <a:xfrm>
            <a:off x="1104643" y="1747231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75D72-1B6D-7F10-8CED-A5938F8185BB}"/>
              </a:ext>
            </a:extLst>
          </p:cNvPr>
          <p:cNvSpPr txBox="1"/>
          <p:nvPr/>
        </p:nvSpPr>
        <p:spPr>
          <a:xfrm>
            <a:off x="1250783" y="2094961"/>
            <a:ext cx="458337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Погружение в бизнес-процесс, структуру ассортимента и специфику программ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3C8C7-1C71-7F8F-AD5A-3FA22AA7091C}"/>
              </a:ext>
            </a:extLst>
          </p:cNvPr>
          <p:cNvSpPr txBox="1"/>
          <p:nvPr/>
        </p:nvSpPr>
        <p:spPr>
          <a:xfrm>
            <a:off x="6198927" y="1747231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системы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A31D4-91EB-7BE5-3F74-D75FA1701A0E}"/>
              </a:ext>
            </a:extLst>
          </p:cNvPr>
          <p:cNvSpPr txBox="1"/>
          <p:nvPr/>
        </p:nvSpPr>
        <p:spPr>
          <a:xfrm>
            <a:off x="6345067" y="2094961"/>
            <a:ext cx="480200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 и структуры функционала будущего веб-приложения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553A7-4567-E4B6-B46D-07C6812863EE}"/>
              </a:ext>
            </a:extLst>
          </p:cNvPr>
          <p:cNvSpPr txBox="1"/>
          <p:nvPr/>
        </p:nvSpPr>
        <p:spPr>
          <a:xfrm>
            <a:off x="6198927" y="2972704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и функционал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E2936-3DB3-F50E-D86C-393A8EFDC516}"/>
              </a:ext>
            </a:extLst>
          </p:cNvPr>
          <p:cNvSpPr txBox="1"/>
          <p:nvPr/>
        </p:nvSpPr>
        <p:spPr>
          <a:xfrm>
            <a:off x="6345066" y="3320434"/>
            <a:ext cx="5025407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интерфейса и функционала интернет-магазина с учетом современных требований отрасли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E6582-F6CC-3719-9064-48EDC57274A6}"/>
              </a:ext>
            </a:extLst>
          </p:cNvPr>
          <p:cNvSpPr txBox="1"/>
          <p:nvPr/>
        </p:nvSpPr>
        <p:spPr>
          <a:xfrm>
            <a:off x="6198927" y="4241607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Наполнение контентом 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7779D9-5D93-135C-5143-70607DC06DC6}"/>
              </a:ext>
            </a:extLst>
          </p:cNvPr>
          <p:cNvSpPr txBox="1"/>
          <p:nvPr/>
        </p:nvSpPr>
        <p:spPr>
          <a:xfrm>
            <a:off x="6345067" y="4589337"/>
            <a:ext cx="480200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каталога и добавление качественного информационного наполнения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167EBC81-D657-839A-1D5A-07EBFC8EA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10745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latin typeface="Times New Roman" panose="02020603050405020304" pitchFamily="18" charset="0"/>
              </a:rPr>
              <a:t>Основные задачи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DEA18-3A38-B8B6-8F1F-CC357C115BB5}"/>
              </a:ext>
            </a:extLst>
          </p:cNvPr>
          <p:cNvSpPr txBox="1"/>
          <p:nvPr/>
        </p:nvSpPr>
        <p:spPr>
          <a:xfrm>
            <a:off x="6198927" y="5602566"/>
            <a:ext cx="450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F2E62B-5D17-AAAD-5D72-FD6BC15FE995}"/>
              </a:ext>
            </a:extLst>
          </p:cNvPr>
          <p:cNvSpPr txBox="1"/>
          <p:nvPr/>
        </p:nvSpPr>
        <p:spPr>
          <a:xfrm>
            <a:off x="6345066" y="5950296"/>
            <a:ext cx="4431265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удобства, стабильности и корректности работы функций приложения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43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CDF5-9BB6-4A1D-858A-EB983281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>
            <a:extLst>
              <a:ext uri="{FF2B5EF4-FFF2-40B4-BE49-F238E27FC236}">
                <a16:creationId xmlns:a16="http://schemas.microsoft.com/office/drawing/2014/main" id="{2C0AA059-1433-284C-C66B-3EB6D798B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10745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solidFill>
                  <a:srgbClr val="302162"/>
                </a:solidFill>
                <a:latin typeface="Times New Roman" panose="02020603050405020304" pitchFamily="18" charset="0"/>
              </a:rPr>
              <a:t>Практическая значимость</a:t>
            </a:r>
            <a:endParaRPr lang="ru-RU" altLang="ru-RU" sz="36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B2E62-5BED-D050-AC17-DB609C1F29F9}"/>
              </a:ext>
            </a:extLst>
          </p:cNvPr>
          <p:cNvSpPr txBox="1"/>
          <p:nvPr/>
        </p:nvSpPr>
        <p:spPr>
          <a:xfrm>
            <a:off x="956450" y="2671707"/>
            <a:ext cx="4927515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улучшены навыки разработки и проектирования интерфейсов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150000"/>
              </a:lnSpc>
            </a:pP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получено понимание автоматизации систем проведения тестирования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освоен полный цикл разработки — от анализа до тестирования.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4F60FC-B943-2FD1-3851-ED62BBEAAF69}"/>
              </a:ext>
            </a:extLst>
          </p:cNvPr>
          <p:cNvSpPr/>
          <p:nvPr/>
        </p:nvSpPr>
        <p:spPr>
          <a:xfrm>
            <a:off x="955400" y="1840710"/>
            <a:ext cx="5140600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профессиональных навыков: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F0C99-C787-D404-A7F8-19DD6B6D0010}"/>
              </a:ext>
            </a:extLst>
          </p:cNvPr>
          <p:cNvSpPr txBox="1"/>
          <p:nvPr/>
        </p:nvSpPr>
        <p:spPr>
          <a:xfrm>
            <a:off x="6308037" y="2671707"/>
            <a:ext cx="49275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готов к доработке под реальные бизнес-задачи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altLang="ko-K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адаптировано и расширено под разную специфику рынка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превращён в коммерческий 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 при наличии заказчика.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32294825-EF0E-BD44-68FA-6347BF7017BB}"/>
              </a:ext>
            </a:extLst>
          </p:cNvPr>
          <p:cNvSpPr/>
          <p:nvPr/>
        </p:nvSpPr>
        <p:spPr>
          <a:xfrm>
            <a:off x="6663550" y="1840710"/>
            <a:ext cx="5140600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Будущий потенциал </a:t>
            </a:r>
            <a:b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проекта: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08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4E25-25F5-60B3-D52C-9ECA7420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>
            <a:extLst>
              <a:ext uri="{FF2B5EF4-FFF2-40B4-BE49-F238E27FC236}">
                <a16:creationId xmlns:a16="http://schemas.microsoft.com/office/drawing/2014/main" id="{37A101A9-1558-341B-1768-908EC30B4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86122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latin typeface="Times New Roman" panose="02020603050405020304" pitchFamily="18" charset="0"/>
              </a:rPr>
              <a:t>Технологии для разработки системы тестирования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B537F9-0C71-4156-95DB-C67B4458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77" y="3243670"/>
            <a:ext cx="2706961" cy="270696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8BF06A5-78B3-4F9B-8FD9-F9F382494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456" y="3142518"/>
            <a:ext cx="3348544" cy="334854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BAC529A-F45E-4DA8-B584-B22E53FD6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012" y="2098429"/>
            <a:ext cx="2290482" cy="229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6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E8B7-9DC5-6D19-F4B4-6AEA0B4B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>
            <a:extLst>
              <a:ext uri="{FF2B5EF4-FFF2-40B4-BE49-F238E27FC236}">
                <a16:creationId xmlns:a16="http://schemas.microsoft.com/office/drawing/2014/main" id="{E31B975E-A1BD-BA99-B9E0-68BBCCF53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10745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solidFill>
                  <a:srgbClr val="302162"/>
                </a:solidFill>
                <a:latin typeface="Times New Roman" panose="02020603050405020304" pitchFamily="18" charset="0"/>
              </a:rPr>
              <a:t>Демонстрация проекта</a:t>
            </a:r>
            <a:endParaRPr lang="ru-RU" altLang="ru-RU" sz="3600" b="1" dirty="0">
              <a:latin typeface="Times New Roman" panose="02020603050405020304" pitchFamily="18" charset="0"/>
            </a:endParaRPr>
          </a:p>
        </p:txBody>
      </p:sp>
      <p:pic>
        <p:nvPicPr>
          <p:cNvPr id="10" name="Видео 8">
            <a:hlinkClick r:id="" action="ppaction://media"/>
            <a:extLst>
              <a:ext uri="{FF2B5EF4-FFF2-40B4-BE49-F238E27FC236}">
                <a16:creationId xmlns:a16="http://schemas.microsoft.com/office/drawing/2014/main" id="{EEAF4BE7-236C-4C1B-AE3D-A72AF63F8D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8540" y="1218639"/>
            <a:ext cx="9690847" cy="545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1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FAB2-8F68-D4CB-9D2E-B7F80282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>
            <a:extLst>
              <a:ext uri="{FF2B5EF4-FFF2-40B4-BE49-F238E27FC236}">
                <a16:creationId xmlns:a16="http://schemas.microsoft.com/office/drawing/2014/main" id="{1A05360F-3080-1B80-0507-234A87DD0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107" y="469959"/>
            <a:ext cx="10745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ru-RU" altLang="ru-RU" sz="3600" b="1" dirty="0">
                <a:latin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B86DA-C6E4-8943-1C89-2193F3138765}"/>
              </a:ext>
            </a:extLst>
          </p:cNvPr>
          <p:cNvSpPr txBox="1"/>
          <p:nvPr/>
        </p:nvSpPr>
        <p:spPr>
          <a:xfrm>
            <a:off x="1104642" y="1704694"/>
            <a:ext cx="9225362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проект не только стал платформой для развития профессиональных навыков,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и продемонстрировал потенциал для практического применения в условиях реальной задачи.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13463-4B86-D502-2380-087B2DE6537C}"/>
              </a:ext>
            </a:extLst>
          </p:cNvPr>
          <p:cNvSpPr txBox="1"/>
          <p:nvPr/>
        </p:nvSpPr>
        <p:spPr>
          <a:xfrm>
            <a:off x="1104642" y="3715297"/>
            <a:ext cx="9225362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архитектуры и соответствие современным требованиям позволяют адаптировать решение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различные задачи и превратить его в полноценный коммерческий продукт.</a:t>
            </a:r>
          </a:p>
        </p:txBody>
      </p:sp>
    </p:spTree>
    <p:extLst>
      <p:ext uri="{BB962C8B-B14F-4D97-AF65-F5344CB8AC3E}">
        <p14:creationId xmlns:p14="http://schemas.microsoft.com/office/powerpoint/2010/main" val="255223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1D84-38FC-5255-C0A8-B87ADCA6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7741A5-4E6F-88FC-D34B-86A59B2F6563}"/>
              </a:ext>
            </a:extLst>
          </p:cNvPr>
          <p:cNvSpPr txBox="1"/>
          <p:nvPr/>
        </p:nvSpPr>
        <p:spPr>
          <a:xfrm>
            <a:off x="1758950" y="2828835"/>
            <a:ext cx="8674100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7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altLang="ko-KR" sz="7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9700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290</Words>
  <Application>Microsoft Office PowerPoint</Application>
  <PresentationFormat>Широкоэкранный</PresentationFormat>
  <Paragraphs>45</Paragraphs>
  <Slides>8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Overpass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. .</cp:lastModifiedBy>
  <cp:revision>13</cp:revision>
  <dcterms:created xsi:type="dcterms:W3CDTF">2025-06-09T05:49:48Z</dcterms:created>
  <dcterms:modified xsi:type="dcterms:W3CDTF">2026-03-25T13:03:44Z</dcterms:modified>
</cp:coreProperties>
</file>