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19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456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38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201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54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60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96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35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25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99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31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55C13-DED1-4D95-9125-093AB455B5BB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7B5FD-C0A8-4A5C-9CAF-4B699162AC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35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32669"/>
            <a:ext cx="12192000" cy="369332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Утверждена  КП.хххх.09.02.07.2024.ЛУ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879600" y="590901"/>
            <a:ext cx="843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Иркутской области</a:t>
            </a:r>
            <a:b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Иркутской области</a:t>
            </a:r>
            <a:b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«ИРКУТСКИЙ ЭНЕРГЕТИЧЕСКИЙ КОЛЛЕДЖ»</a:t>
            </a:r>
          </a:p>
        </p:txBody>
      </p:sp>
      <p:sp>
        <p:nvSpPr>
          <p:cNvPr id="1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011479" y="4223122"/>
            <a:ext cx="3180522" cy="1983226"/>
          </a:xfrm>
        </p:spPr>
        <p:txBody>
          <a:bodyPr>
            <a:normAutofit/>
          </a:bodyPr>
          <a:lstStyle/>
          <a:p>
            <a:pPr algn="l"/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Разработал:</a:t>
            </a:r>
            <a:b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3ИСиП-22 Фамилия И.О.</a:t>
            </a:r>
          </a:p>
          <a:p>
            <a:pPr algn="l"/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КП:</a:t>
            </a:r>
            <a:b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ГБПОУ «ИЭК»</a:t>
            </a:r>
            <a:b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Витязева Н</a:t>
            </a:r>
            <a:r>
              <a:rPr lang="en-US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800" cap="none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0" y="3708645"/>
            <a:ext cx="12191999" cy="369332"/>
          </a:xfrm>
          <a:prstGeom prst="rect">
            <a:avLst/>
          </a:prstGeom>
          <a:ln w="3810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КП.хххх.09.02.07.2024.ЛУ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0" y="6351494"/>
            <a:ext cx="12192000" cy="369332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Иркутск, 20</a:t>
            </a:r>
            <a:r>
              <a:rPr lang="en-US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19613" y="2149773"/>
            <a:ext cx="12431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Курсовой проект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бизнес-приложения «Управление складом»</a:t>
            </a: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платформе 1С:Предприятие 8 </a:t>
            </a:r>
          </a:p>
        </p:txBody>
      </p:sp>
    </p:spTree>
    <p:extLst>
      <p:ext uri="{BB962C8B-B14F-4D97-AF65-F5344CB8AC3E}">
        <p14:creationId xmlns:p14="http://schemas.microsoft.com/office/powerpoint/2010/main" val="311806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1233" y="289706"/>
            <a:ext cx="9130748" cy="995755"/>
          </a:xfrm>
          <a:ln w="28575">
            <a:solidFill>
              <a:schemeClr val="accent2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практическая значимость 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231F432-CF6C-C149-B309-2DA3F17C8706}"/>
              </a:ext>
            </a:extLst>
          </p:cNvPr>
          <p:cNvSpPr txBox="1">
            <a:spLocks/>
          </p:cNvSpPr>
          <p:nvPr/>
        </p:nvSpPr>
        <p:spPr>
          <a:xfrm>
            <a:off x="993912" y="1497282"/>
            <a:ext cx="10005391" cy="4426442"/>
          </a:xfrm>
          <a:prstGeom prst="rect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0000" algn="just">
              <a:lnSpc>
                <a:spcPct val="100000"/>
              </a:lnSpc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Создание ИС на тему склада на платформе 1С имеет высокую актуальность для организаций, которые занимаются хранением и перемещением товаров. Такие ИС обычно включают в себя модули управления запасами, сбытом и закупками, финансовый учет, управление заказами и доставкой и т.д.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lnSpc>
                <a:spcPct val="100000"/>
              </a:lnSpc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Системы управления складами на базе 1С позволяют оптимизировать весь бизнес-процесс, начиная с закупки товаров, загрузки на склад, составления заказов, учета перемещения товаров и контроля запасов. Это позволяет сократить расходы на складскую логистику, повысить точность учета и сократить вероятность ошибок в процессе управления складом.</a:t>
            </a:r>
          </a:p>
        </p:txBody>
      </p:sp>
    </p:spTree>
    <p:extLst>
      <p:ext uri="{BB962C8B-B14F-4D97-AF65-F5344CB8AC3E}">
        <p14:creationId xmlns:p14="http://schemas.microsoft.com/office/powerpoint/2010/main" val="3460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1" y="369220"/>
            <a:ext cx="8064896" cy="908720"/>
          </a:xfrm>
          <a:ln w="28575"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курсового проекта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231F432-CF6C-C149-B309-2DA3F17C8706}"/>
              </a:ext>
            </a:extLst>
          </p:cNvPr>
          <p:cNvSpPr txBox="1">
            <a:spLocks/>
          </p:cNvSpPr>
          <p:nvPr/>
        </p:nvSpPr>
        <p:spPr>
          <a:xfrm>
            <a:off x="767751" y="1477187"/>
            <a:ext cx="10705381" cy="5228413"/>
          </a:xfrm>
          <a:prstGeom prst="rect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0000" algn="just">
              <a:lnSpc>
                <a:spcPct val="100000"/>
              </a:lnSpc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Цель: 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и разработать бизнес-приложение "Управление складом" на платформе 1С:Предприятие 8.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lnSpc>
                <a:spcPct val="100000"/>
              </a:lnSpc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Исследовать предметную область.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Проанализировать внутренние бизнес-процессы склада.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Сформулировать требования к разрабатываемой ИС.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Провести анализ возможностей 1С Предприятия 8.3 для разработки бизнес-решения «Управление складом».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Спроектировать средствами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 Visio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ИБ УправлениеСкладом.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Заполнить информационную базу данными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Опубликовать ИБ на веб-сервере для подключения мобильного клиента.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37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1" y="369220"/>
            <a:ext cx="8064896" cy="908720"/>
          </a:xfrm>
          <a:ln w="28575">
            <a:solidFill>
              <a:schemeClr val="accent2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средства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231F432-CF6C-C149-B309-2DA3F17C8706}"/>
              </a:ext>
            </a:extLst>
          </p:cNvPr>
          <p:cNvSpPr txBox="1">
            <a:spLocks/>
          </p:cNvSpPr>
          <p:nvPr/>
        </p:nvSpPr>
        <p:spPr>
          <a:xfrm>
            <a:off x="1795848" y="1477188"/>
            <a:ext cx="8690919" cy="1888312"/>
          </a:xfrm>
          <a:prstGeom prst="rect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1С:Предприятие 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1С Мобильный клиент.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Apache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Microsoft Visio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605" t="649" b="681"/>
          <a:stretch/>
        </p:blipFill>
        <p:spPr>
          <a:xfrm>
            <a:off x="1189242" y="3973898"/>
            <a:ext cx="2121242" cy="166743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653" y="4281256"/>
            <a:ext cx="3173111" cy="15731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347" y="4644726"/>
            <a:ext cx="2578443" cy="17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8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204120"/>
            <a:ext cx="12192000" cy="9087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проекта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423332" y="1220787"/>
            <a:ext cx="8576733" cy="55694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D0AEC3-1C7D-476B-8975-BAAF60CE7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810" y="4552670"/>
            <a:ext cx="5221057" cy="223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3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2063551" y="369220"/>
            <a:ext cx="8064896" cy="9087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31F432-CF6C-C149-B309-2DA3F17C8706}"/>
              </a:ext>
            </a:extLst>
          </p:cNvPr>
          <p:cNvSpPr txBox="1">
            <a:spLocks/>
          </p:cNvSpPr>
          <p:nvPr/>
        </p:nvSpPr>
        <p:spPr>
          <a:xfrm>
            <a:off x="1524000" y="1477188"/>
            <a:ext cx="9086335" cy="4504512"/>
          </a:xfrm>
          <a:prstGeom prst="rect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00000"/>
              </a:lnSpc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Все поставленные цели и задачи на выпускной квалификационной работы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были выполнены в полном объеме, была изучена архитектура 1С, исследована предметная область склад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спроектирована ИБ УправлениеСкладом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опубликована база на веб-сервере и подключен мобильный клиент. 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5"/>
          <p:cNvSpPr txBox="1">
            <a:spLocks/>
          </p:cNvSpPr>
          <p:nvPr/>
        </p:nvSpPr>
        <p:spPr>
          <a:xfrm>
            <a:off x="0" y="2597150"/>
            <a:ext cx="12191999" cy="123825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FFFF00"/>
              </a:buClr>
              <a:buSzPts val="6400"/>
              <a:buFont typeface="Arial" panose="020B0604020202020204" pitchFamily="34" charset="0"/>
              <a:buNone/>
            </a:pPr>
            <a:r>
              <a:rPr lang="ru-RU" sz="6400" dirty="0">
                <a:solidFill>
                  <a:srgbClr val="FFFF00"/>
                </a:solidFill>
                <a:latin typeface="Times New Roman"/>
                <a:cs typeface="Times New Roman"/>
                <a:sym typeface="Times New Roman"/>
              </a:rPr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81950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315</Words>
  <Application>Microsoft Office PowerPoint</Application>
  <PresentationFormat>Широкоэкранный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Актуальность и практическая значимость </vt:lpstr>
      <vt:lpstr>Цель и задачи курсового проекта</vt:lpstr>
      <vt:lpstr>Программные средства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rem</dc:creator>
  <cp:lastModifiedBy>Витязева Н.А</cp:lastModifiedBy>
  <cp:revision>62</cp:revision>
  <dcterms:created xsi:type="dcterms:W3CDTF">2022-06-05T12:06:37Z</dcterms:created>
  <dcterms:modified xsi:type="dcterms:W3CDTF">2024-11-14T00:54:13Z</dcterms:modified>
</cp:coreProperties>
</file>